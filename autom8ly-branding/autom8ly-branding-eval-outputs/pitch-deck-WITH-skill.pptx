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82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Autom8ly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9824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Enterprise Workflow Automation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Streamline Operations. Scale Effortlessly.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982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28600" cy="22860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Manual Processes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Teams spend 30% of time on repetitive, error-prone manual tasks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28600" cy="22860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Fragmented Systems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Data siloed across disconnected tools and workflows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228600" cy="22860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Scaling Bottlenecks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Current infrastructure can't handle growing operational demands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982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Autom8ly unifies your workflow ecosystem with intelligent automation that learns your business patterns and scales with your operations.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60320" cy="2286000"/>
          </a:xfrm>
          <a:prstGeom prst="roundRect">
            <a:avLst/>
          </a:prstGeom>
          <a:solidFill>
            <a:srgbClr val="1B4F8C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103120"/>
            <a:ext cx="274320" cy="27432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Intelligent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AI-powered automation adapts to your workflows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560320" cy="2286000"/>
          </a:xfrm>
          <a:prstGeom prst="roundRect">
            <a:avLst/>
          </a:prstGeom>
          <a:solidFill>
            <a:srgbClr val="0F3765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2103120"/>
            <a:ext cx="274320" cy="27432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Unified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Centralized platform connecting all your systems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2560320" cy="2286000"/>
          </a:xfrm>
          <a:prstGeom prst="roundRect">
            <a:avLst/>
          </a:prstGeom>
          <a:solidFill>
            <a:srgbClr val="1B4F8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60920" y="2103120"/>
            <a:ext cx="274320" cy="27432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Scalable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Infrastructure that grows with your needs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982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Workflow Builder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Drag-and-drop interface for building custom automations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65760" cy="36576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API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Connect to 500+ enterprise apps seamlessly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Real-Time 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Dashboard with actionable insights and performance metrics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365760" cy="36576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SOC 2 compliant with end-to-end encryption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Team Collaboration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Built-in approval workflows and audit logs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365760" cy="365760"/>
          </a:xfrm>
          <a:prstGeom prst="ellipse">
            <a:avLst/>
          </a:prstGeom>
          <a:solidFill>
            <a:srgbClr val="F9824F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578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76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Auto-Scaling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Infrastructure grows with your organization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274320" cy="6858000"/>
          </a:xfrm>
          <a:prstGeom prst="rect">
            <a:avLst/>
          </a:prstGeom>
          <a:solidFill>
            <a:srgbClr val="F982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Ready to Transform Your Operations?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Let's explore how Autom8ly can streamline your enterprise workflows.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2743200" cy="548640"/>
          </a:xfrm>
          <a:prstGeom prst="roundRect">
            <a:avLst/>
          </a:prstGeom>
          <a:solidFill>
            <a:srgbClr val="F982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Schedule a Demo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BAA8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hello@autom8ly.com | www.autom8ly.com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2026-03-21T17:16:14Z</dcterms:created>
  <dcterms:modified xsi:type="dcterms:W3CDTF">2026-03-21T17:16:14Z</dcterms:modified>
</cp:coreProperties>
</file>