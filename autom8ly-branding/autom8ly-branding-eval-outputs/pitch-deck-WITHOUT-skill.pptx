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F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Autom8ly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for Enterprise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Work. Increase Efficiency. Scale Your Operations.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5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Processes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 drain employee time and resources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5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Error-Prone Work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 lead to costly mistakes and rework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5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Scalability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4160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teams can't handle increasing workload efficiently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Autom8ly intelligently automates your workflows, freeing your team to focus on high-value work.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2560320" cy="2011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1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workflow builder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560320"/>
            <a:ext cx="2560320" cy="2011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1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Integration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existing tools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560320"/>
            <a:ext cx="2560320" cy="2011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1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Monitoring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3611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visibility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8132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workflow designer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2140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integration connectors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6148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conditional logic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48132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 monitoring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12140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recovery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276148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70% time savings on manual tasks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customers report significant productivity gains within the first quarter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F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Transform Your Workflows?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286000" y="2926080"/>
            <a:ext cx="45720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926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1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a Demo Today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hello@autom8ly.com  |  www.autom8ly.com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2026-03-21T17:15:28Z</dcterms:created>
  <dcterms:modified xsi:type="dcterms:W3CDTF">2026-03-21T17:15:28Z</dcterms:modified>
</cp:coreProperties>
</file>